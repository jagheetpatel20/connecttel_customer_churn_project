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2377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8A6FF"/>
                </a:solidFill>
                <a:latin typeface="Calibri"/>
              </a:rPr>
              <a:t>ConnectTel Telecom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21792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Customer Churn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719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End-to-End Machine Learning Project  |  EDA · Modelling · SHAP Explainability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51760"/>
            <a:ext cx="3474720" cy="3108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651760"/>
            <a:ext cx="347472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724912"/>
            <a:ext cx="31455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alibri"/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218688"/>
            <a:ext cx="314553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IBM Telco
7,043 customers
21 raw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2651760"/>
            <a:ext cx="3474720" cy="3108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2651760"/>
            <a:ext cx="347472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2724912"/>
            <a:ext cx="31455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Calibri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218688"/>
            <a:ext cx="314553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Logistic Regression
Random Forest
XGBoost (Tuned)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2651760"/>
            <a:ext cx="3474720" cy="3108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39912" y="2651760"/>
            <a:ext cx="3474720" cy="54864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4504" y="2724912"/>
            <a:ext cx="31455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  <a:latin typeface="Calibri"/>
              </a:rPr>
              <a:t>Best 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4" y="3218688"/>
            <a:ext cx="314553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0.8423
Recall → 80%
Random Forest wins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1D9"/>
                </a:solidFill>
                <a:latin typeface="Calibri"/>
              </a:rPr>
              <a:t>Business Intelligence  |  Data Science Project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258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Business Problem &amp;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D1D9"/>
                </a:solidFill>
                <a:latin typeface="Calibri"/>
              </a:rPr>
              <a:t>Why churn prediction matters and what the data looks like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463040"/>
            <a:ext cx="3840480" cy="37490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43400" y="1444752"/>
            <a:ext cx="34747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44752"/>
            <a:ext cx="54864" cy="111556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490472"/>
            <a:ext cx="32735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Calibri"/>
              </a:rPr>
              <a:t>7,043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57984"/>
            <a:ext cx="327355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Total 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44752"/>
            <a:ext cx="34747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444752"/>
            <a:ext cx="54864" cy="1115568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490472"/>
            <a:ext cx="32735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8166"/>
                </a:solidFill>
                <a:latin typeface="Calibri"/>
              </a:rPr>
              <a:t>26.5%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157984"/>
            <a:ext cx="327355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Churn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743200"/>
            <a:ext cx="34747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743200"/>
            <a:ext cx="54864" cy="111556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2788920"/>
            <a:ext cx="32735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3B341"/>
                </a:solidFill>
                <a:latin typeface="Calibri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456432"/>
            <a:ext cx="327355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Raw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743200"/>
            <a:ext cx="34747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743200"/>
            <a:ext cx="54864" cy="11155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788920"/>
            <a:ext cx="32735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FB950"/>
                </a:solidFill>
                <a:latin typeface="Calibri"/>
              </a:rPr>
              <a:t>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456432"/>
            <a:ext cx="327355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Engineered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041648"/>
            <a:ext cx="34747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4041648"/>
            <a:ext cx="54864" cy="111556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4087368"/>
            <a:ext cx="32735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Calibri"/>
              </a:rPr>
              <a:t>80/20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4754880"/>
            <a:ext cx="327355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Train / Test Split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041648"/>
            <a:ext cx="34747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4041648"/>
            <a:ext cx="54864" cy="1115568"/>
          </a:xfrm>
          <a:prstGeom prst="rect">
            <a:avLst/>
          </a:prstGeom>
          <a:solidFill>
            <a:srgbClr val="C9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4087368"/>
            <a:ext cx="32735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D1D9"/>
                </a:solidFill>
                <a:latin typeface="Calibr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754880"/>
            <a:ext cx="327355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Missing TotalCharges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5394960"/>
            <a:ext cx="11658600" cy="12070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" y="5394960"/>
            <a:ext cx="54864" cy="1207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" y="544982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Calibri"/>
              </a:rPr>
              <a:t>Business Goal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" y="583387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Calibri"/>
              </a:rPr>
              <a:t>Acquisition costs 5–25× more than retention  ·  Telecom churn = 15–25% p.a.  ·  Goal: AUC-ROC ≥ 0.84, Recall ≥ 78%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258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EDA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D1D9"/>
                </a:solidFill>
                <a:latin typeface="Calibri"/>
              </a:rPr>
              <a:t>Three dominant patterns that drive churn at ConnectTel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89888"/>
            <a:ext cx="4572000" cy="29260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389888"/>
            <a:ext cx="3840480" cy="29260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389888"/>
            <a:ext cx="3154680" cy="2926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2880" y="4480560"/>
            <a:ext cx="384048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4480560"/>
            <a:ext cx="3840480" cy="4572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" y="4544568"/>
            <a:ext cx="3639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166"/>
                </a:solidFill>
                <a:latin typeface="Calibri"/>
              </a:rPr>
              <a:t>▶ 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4937760"/>
            <a:ext cx="3639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Month-to-month subscribers are ~14× more likely to churn than two-year contracts.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8808" y="4480560"/>
            <a:ext cx="384048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8808" y="4480560"/>
            <a:ext cx="3840480" cy="4572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4544568"/>
            <a:ext cx="3639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  <a:latin typeface="Calibri"/>
              </a:rPr>
              <a:t>▶  Internet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4937760"/>
            <a:ext cx="3639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Fiber Optic users churn at ~42% — highest of all service types.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65592" y="4480560"/>
            <a:ext cx="384048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5592" y="4480560"/>
            <a:ext cx="384048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4544568"/>
            <a:ext cx="3639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Calibri"/>
              </a:rPr>
              <a:t>▶  Tenure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4937760"/>
            <a:ext cx="3639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~50% of churners leave within 12 months. Early onboarding is critical.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258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D1D9"/>
                </a:solidFill>
                <a:latin typeface="Calibri"/>
              </a:rPr>
              <a:t>Logistic Regression  ·  Random Forest  ·  XGBoost — Test-Set Performance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389888"/>
            <a:ext cx="11658600" cy="3566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6032" y="5120640"/>
            <a:ext cx="11658600" cy="14813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5120640"/>
            <a:ext cx="54864" cy="148132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5175504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  <a:latin typeface="Calibr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5559552"/>
            <a:ext cx="11338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Calibri"/>
              </a:rPr>
              <a:t>✔  All three models exceed AUC-ROC 0.80 target   ✔  Random Forest leads on Recall (80%) — critical for catching at-risk customers
✔  Class-balanced training (class_weight='balanced') handles 26.5% minority churn class   ✔  XGBoost tuned via GridSearchCV: 16 configs × 5-fold stratified CV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258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Explainable AI  –  SHAP Interpretability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D1D9"/>
                </a:solidFill>
                <a:latin typeface="Calibri"/>
              </a:rPr>
              <a:t>Understanding WHY the model predicts churn, not just IF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389888"/>
            <a:ext cx="8412480" cy="37490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851392" y="1389888"/>
            <a:ext cx="3090672" cy="1143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51392" y="1389888"/>
            <a:ext cx="54864" cy="114300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97696" y="14356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78166"/>
                </a:solidFill>
                <a:latin typeface="Calibri"/>
              </a:rPr>
              <a:t>Contract drives churn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7696" y="181051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Month-to-month = #1 predictor. Converting to annual plans has the highest single ROI.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51392" y="2633472"/>
            <a:ext cx="3090672" cy="1143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51392" y="2633472"/>
            <a:ext cx="54864" cy="1143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7696" y="2679191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8A6FF"/>
                </a:solidFill>
                <a:latin typeface="Calibri"/>
              </a:rPr>
              <a:t>Tenure = loyalty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3054096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Longer tenure strongly reduces churn. First-year onboarding is highest leverage.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51392" y="3877056"/>
            <a:ext cx="3090672" cy="1143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51392" y="3877056"/>
            <a:ext cx="54864" cy="1143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39227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3B341"/>
                </a:solidFill>
                <a:latin typeface="Calibri"/>
              </a:rPr>
              <a:t>Fiber Optic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42976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High monthly cost + month-to-month contract amplifies churn probability significantly.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5303520"/>
            <a:ext cx="11658600" cy="129844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5303520"/>
            <a:ext cx="54864" cy="12984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535838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Calibri"/>
              </a:rPr>
              <a:t>What is SHAP?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" y="57150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SHAP (SHapley Additive exPlanations) assigns each feature a contribution score for every individual prediction. Beeswarm plots show global patterns; waterfall plots explain a single customer. Enables trust, auditability, and actionable business insight.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258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Strategic Retention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D1D9"/>
                </a:solidFill>
                <a:latin typeface="Calibri"/>
              </a:rPr>
              <a:t>Translating model insights into business actions for ConnectTel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389888"/>
            <a:ext cx="3611880" cy="4937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389888"/>
            <a:ext cx="3611880" cy="7315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36192"/>
            <a:ext cx="502920" cy="50292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36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57276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8166"/>
                </a:solidFill>
                <a:latin typeface="Calibri"/>
              </a:rPr>
              <a:t>Contract Migration Campaign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57984"/>
            <a:ext cx="3374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Calibri"/>
              </a:rPr>
              <a:t>Target Month-to-Month subscribers with tenure &lt; 12 months and predicted churn probability &gt; 0.60.
Offer discounted upgrade to 1-Year or 2-Year contracts.
📈 Expected: 15–20% reduction in early-tenure churn.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389888"/>
            <a:ext cx="3611880" cy="4937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389888"/>
            <a:ext cx="361188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42816" y="1536192"/>
            <a:ext cx="50292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2816" y="1536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57276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alibri"/>
              </a:rPr>
              <a:t>Fiber Optic Satisfaction Programme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2157984"/>
            <a:ext cx="3374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Calibri"/>
              </a:rPr>
              <a:t>Proactively survey Fiber Optic customers monthly.
Bundle OnlineSecurity &amp; TechSupport at preferential loyalty rates.
📈 Target: reduce Fiber churn rate from ~42% → ~28%.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73568" y="1389888"/>
            <a:ext cx="3611880" cy="4937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389888"/>
            <a:ext cx="3611880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36192"/>
            <a:ext cx="50292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4" y="1536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57276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  <a:latin typeface="Calibri"/>
              </a:rPr>
              <a:t>First-Year Onboarding &amp; Nurture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4" y="2157984"/>
            <a:ext cx="3374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Calibri"/>
              </a:rPr>
              <a:t>Structured onboarding for all new customers (months 1–12).
Automated retention offers at 3-month &amp; 6-month tenure marks.
📈 Track NPS scores monthly; escalate detractors immediately.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6528816"/>
            <a:ext cx="1165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9D1D9"/>
                </a:solidFill>
                <a:latin typeface="Calibri"/>
              </a:rPr>
              <a:t>Recommendations derived from Random Forest (Best Model) + SHAP Feature Attribution  |  ConnectTel Churn Project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